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Jahreshauptversammlung 2024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TuS Ostwestfalen 1912 e.V.</a:t>
            </a:r>
          </a:p>
          <a:p>
            <a:r>
              <a:t>Vereinsheim, 15. März 2024, 19:00 Uhr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Tagesordnung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Bericht des Vorstands</a:t>
            </a:r>
          </a:p>
          <a:p>
            <a:r>
              <a:t>Kassenbericht und Bericht der Kassenprüfer</a:t>
            </a:r>
          </a:p>
          <a:p>
            <a:r>
              <a:t>Entlastung des Vorstands</a:t>
            </a:r>
          </a:p>
          <a:p>
            <a:r>
              <a:t>Beitragsordnung ab 2025</a:t>
            </a:r>
          </a:p>
          <a:p>
            <a:r>
              <a:t>Projekt Kunstrasenplatz</a:t>
            </a:r>
          </a:p>
          <a:p>
            <a:r>
              <a:t>Wahlen</a:t>
            </a:r>
          </a:p>
          <a:p>
            <a:r>
              <a:t>Verschiedenes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Kassenbericht 2023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Einnahmen aus Beiträgen: 48.600 EUR</a:t>
            </a:r>
          </a:p>
          <a:p>
            <a:r>
              <a:t>Zuschüsse Stadtsportbund: 6.200 EUR</a:t>
            </a:r>
          </a:p>
          <a:p>
            <a:r>
              <a:t>Ausgaben Platzpflege und Energie: 21.900 EUR</a:t>
            </a:r>
          </a:p>
          <a:p>
            <a:r>
              <a:t>Rücklage Kunstrasen: 35.000 EUR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Beitragsordnung ab 01.01.2025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Erwachsene: 14 EUR statt 12 EUR monatlich</a:t>
            </a:r>
          </a:p>
          <a:p>
            <a:r>
              <a:t>Kinder und Jugendliche: 8 EUR statt 7 EUR</a:t>
            </a:r>
          </a:p>
          <a:p>
            <a:r>
              <a:t>Familienbeitrag: 30 EUR monatlich</a:t>
            </a:r>
          </a:p>
          <a:p>
            <a:r>
              <a:t>Aufnahmegebühr entfällt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Projekt Kunstrasenplatz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Baukosten ca. 780.000 EUR</a:t>
            </a:r>
          </a:p>
          <a:p>
            <a:r>
              <a:t>Förderung Land NRW bis zu 50 %</a:t>
            </a:r>
          </a:p>
          <a:p>
            <a:r>
              <a:t>Baubeginn geplant Sommer 2025</a:t>
            </a:r>
          </a:p>
          <a:p>
            <a:r>
              <a:t>Arbeitsgruppe sucht noch Helfer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Wahlen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2. Vorsitzende/r</a:t>
            </a:r>
          </a:p>
          <a:p>
            <a:r>
              <a:t>Kassenwart/in</a:t>
            </a:r>
          </a:p>
          <a:p>
            <a:r>
              <a:t>Zwei Kassenprüfer/innen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JHV 2024</dc:title>
  <dc:subject>Frei erfundenes Testdokument fuer SmartSearch</dc:subject>
  <dc:creator>anonymous</dc:creator>
  <cp:keywords/>
  <dc:description>generated using python-pptx</dc:description>
  <cp:lastModifiedBy>anonymous</cp:lastModifiedBy>
  <cp:revision>1</cp:revision>
  <dcterms:created xsi:type="dcterms:W3CDTF">2024-09-01T12:00:00Z</dcterms:created>
  <dcterms:modified xsi:type="dcterms:W3CDTF">2024-09-01T12:00:00Z</dcterms:modified>
  <cp:category/>
</cp:coreProperties>
</file>