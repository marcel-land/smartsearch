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Elektronischer Rechtsverkehr in der Kanzlei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Interne Schulung für Mitarbeitende</a:t>
            </a:r>
          </a:p>
          <a:p>
            <a:r>
              <a:t>Kröger &amp; Petersen, Februar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beA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besonderes elektronisches Anwaltspostfach für jede zugelassene Anwältin und jeden Anwalt</a:t>
            </a:r>
          </a:p>
          <a:p>
            <a:r>
              <a:t>Seit 2022 aktive Nutzungspflicht: Schriftsätze an Gerichte nur elektronisch (§ 130d ZPO)</a:t>
            </a:r>
          </a:p>
          <a:p>
            <a:r>
              <a:t>Mitarbeiterrechte werden im beA-Webclient vergeben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Einreichen von Schriftsätzen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 durchsuchbar, keine eingebetteten Dateien</a:t>
            </a:r>
          </a:p>
          <a:p>
            <a:r>
              <a:t>Entweder qualifizierte elektronische Signatur</a:t>
            </a:r>
          </a:p>
          <a:p>
            <a:r>
              <a:t>oder einfache Signatur und Versand durch die Anwältin selbst</a:t>
            </a:r>
          </a:p>
          <a:p>
            <a:r>
              <a:t>Prüfprotokoll zur Akte nehmen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Empfangsbekenntnis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Gerichte stellen elektronisch gegen eEB zu (§ 173 ZPO)</a:t>
            </a:r>
          </a:p>
          <a:p>
            <a:r>
              <a:t>eEB nur durch die Anwältin oder den Anwalt abgeben</a:t>
            </a:r>
          </a:p>
          <a:p>
            <a:r>
              <a:t>Datum der Kenntnisnahme ist maßgeblich für den Fristbeginn</a:t>
            </a:r>
          </a:p>
          <a:p>
            <a:r>
              <a:t>Frist sofort im Fristenkalender eintragen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Störungen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Bei technischer Störung Ersatzeinreichung nach § 130d Satz 2 ZPO</a:t>
            </a:r>
          </a:p>
          <a:p>
            <a:r>
              <a:t>Störung glaubhaft machen, Screenshots sichern</a:t>
            </a:r>
          </a:p>
          <a:p>
            <a:r>
              <a:t>Ansprechpartner: Ostwestfalen IT-Service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Schulung</dc:title>
  <dc:subject>Frei erfundenes Testdokument fuer SmartSearch</dc:subject>
  <dc:creator>anonymous</dc:creator>
  <cp:keywords/>
  <dc:description>generated using python-pptx</dc:description>
  <cp:lastModifiedBy>anonymous</cp:lastModifiedBy>
  <cp:revision>1</cp:revision>
  <dcterms:created xsi:type="dcterms:W3CDTF">2024-09-01T12:00:00Z</dcterms:created>
  <dcterms:modified xsi:type="dcterms:W3CDTF">2024-09-01T12:00:00Z</dcterms:modified>
  <cp:category/>
</cp:coreProperties>
</file>